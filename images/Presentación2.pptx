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5" d="100"/>
          <a:sy n="105" d="100"/>
        </p:scale>
        <p:origin x="936" y="15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B9D65-9CB5-44CB-B647-17247A1ADF60}" type="datetimeFigureOut">
              <a:rPr lang="es-ES" smtClean="0"/>
              <a:t>30/07/2026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0CCEF-DD20-4AB0-8992-45A2435D426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101218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B9D65-9CB5-44CB-B647-17247A1ADF60}" type="datetimeFigureOut">
              <a:rPr lang="es-ES" smtClean="0"/>
              <a:t>30/07/2026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0CCEF-DD20-4AB0-8992-45A2435D426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235254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B9D65-9CB5-44CB-B647-17247A1ADF60}" type="datetimeFigureOut">
              <a:rPr lang="es-ES" smtClean="0"/>
              <a:t>30/07/2026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0CCEF-DD20-4AB0-8992-45A2435D426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138938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B9D65-9CB5-44CB-B647-17247A1ADF60}" type="datetimeFigureOut">
              <a:rPr lang="es-ES" smtClean="0"/>
              <a:t>30/07/2026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0CCEF-DD20-4AB0-8992-45A2435D426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960183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B9D65-9CB5-44CB-B647-17247A1ADF60}" type="datetimeFigureOut">
              <a:rPr lang="es-ES" smtClean="0"/>
              <a:t>30/07/2026</a:t>
            </a:fld>
            <a:endParaRPr lang="es-ES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0CCEF-DD20-4AB0-8992-45A2435D426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993557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B9D65-9CB5-44CB-B647-17247A1ADF60}" type="datetimeFigureOut">
              <a:rPr lang="es-ES" smtClean="0"/>
              <a:t>30/07/2026</a:t>
            </a:fld>
            <a:endParaRPr lang="es-E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0CCEF-DD20-4AB0-8992-45A2435D426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741586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B9D65-9CB5-44CB-B647-17247A1ADF60}" type="datetimeFigureOut">
              <a:rPr lang="es-ES" smtClean="0"/>
              <a:t>30/07/2026</a:t>
            </a:fld>
            <a:endParaRPr lang="es-E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0CCEF-DD20-4AB0-8992-45A2435D426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850396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B9D65-9CB5-44CB-B647-17247A1ADF60}" type="datetimeFigureOut">
              <a:rPr lang="es-ES" smtClean="0"/>
              <a:t>30/07/2026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0CCEF-DD20-4AB0-8992-45A2435D426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143169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B9D65-9CB5-44CB-B647-17247A1ADF60}" type="datetimeFigureOut">
              <a:rPr lang="es-ES" smtClean="0"/>
              <a:t>30/07/2026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0CCEF-DD20-4AB0-8992-45A2435D426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541411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B9D65-9CB5-44CB-B647-17247A1ADF60}" type="datetimeFigureOut">
              <a:rPr lang="es-ES" smtClean="0"/>
              <a:t>30/07/2026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0CCEF-DD20-4AB0-8992-45A2435D426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231244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B9D65-9CB5-44CB-B647-17247A1ADF60}" type="datetimeFigureOut">
              <a:rPr lang="es-ES" smtClean="0"/>
              <a:t>30/07/2026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0CCEF-DD20-4AB0-8992-45A2435D426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170451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2B9D65-9CB5-44CB-B647-17247A1ADF60}" type="datetimeFigureOut">
              <a:rPr lang="es-ES" smtClean="0"/>
              <a:t>30/07/2026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D0CCEF-DD20-4AB0-8992-45A2435D426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072718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840" y="2168316"/>
            <a:ext cx="7924800" cy="171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AutoShape 2" descr="blob:https://web.whatsapp.com/dff592c5-2813-406e-bf29-d0e9afb4b374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6" name="5 CuadroTexto"/>
          <p:cNvSpPr txBox="1"/>
          <p:nvPr/>
        </p:nvSpPr>
        <p:spPr>
          <a:xfrm>
            <a:off x="2555776" y="2852936"/>
            <a:ext cx="1080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rgbClr val="FF0000"/>
                </a:solidFill>
              </a:rPr>
              <a:t>******</a:t>
            </a:r>
          </a:p>
        </p:txBody>
      </p:sp>
      <p:sp>
        <p:nvSpPr>
          <p:cNvPr id="8" name="7 CuadroTexto"/>
          <p:cNvSpPr txBox="1"/>
          <p:nvPr/>
        </p:nvSpPr>
        <p:spPr>
          <a:xfrm>
            <a:off x="3275856" y="2987660"/>
            <a:ext cx="1080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rgbClr val="FF0000"/>
                </a:solidFill>
              </a:rPr>
              <a:t>******</a:t>
            </a:r>
          </a:p>
        </p:txBody>
      </p:sp>
      <p:sp>
        <p:nvSpPr>
          <p:cNvPr id="9" name="8 CuadroTexto"/>
          <p:cNvSpPr txBox="1"/>
          <p:nvPr/>
        </p:nvSpPr>
        <p:spPr>
          <a:xfrm>
            <a:off x="3779912" y="3151772"/>
            <a:ext cx="1080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rgbClr val="FF0000"/>
                </a:solidFill>
              </a:rPr>
              <a:t>******</a:t>
            </a:r>
          </a:p>
        </p:txBody>
      </p:sp>
      <p:cxnSp>
        <p:nvCxnSpPr>
          <p:cNvPr id="12" name="11 Conector recto de flecha"/>
          <p:cNvCxnSpPr>
            <a:stCxn id="13" idx="1"/>
          </p:cNvCxnSpPr>
          <p:nvPr/>
        </p:nvCxnSpPr>
        <p:spPr>
          <a:xfrm flipH="1">
            <a:off x="3379145" y="2483604"/>
            <a:ext cx="1060526" cy="50231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12 CuadroTexto"/>
          <p:cNvSpPr txBox="1"/>
          <p:nvPr/>
        </p:nvSpPr>
        <p:spPr>
          <a:xfrm>
            <a:off x="4439671" y="2298938"/>
            <a:ext cx="45095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Poner la contraseña actual, es decir</a:t>
            </a:r>
            <a:r>
              <a:rPr lang="es-ES"/>
              <a:t>, </a:t>
            </a:r>
            <a:r>
              <a:rPr lang="es-ES" b="1"/>
              <a:t>infer2026</a:t>
            </a:r>
            <a:endParaRPr lang="es-ES" b="1" dirty="0"/>
          </a:p>
        </p:txBody>
      </p:sp>
      <p:sp>
        <p:nvSpPr>
          <p:cNvPr id="15" name="14 CuadroTexto"/>
          <p:cNvSpPr txBox="1"/>
          <p:nvPr/>
        </p:nvSpPr>
        <p:spPr>
          <a:xfrm>
            <a:off x="5168160" y="2774456"/>
            <a:ext cx="39481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Poner la nueva contraseña que se desee</a:t>
            </a:r>
          </a:p>
        </p:txBody>
      </p:sp>
      <p:cxnSp>
        <p:nvCxnSpPr>
          <p:cNvPr id="17" name="16 Conector recto de flecha"/>
          <p:cNvCxnSpPr>
            <a:stCxn id="15" idx="1"/>
          </p:cNvCxnSpPr>
          <p:nvPr/>
        </p:nvCxnSpPr>
        <p:spPr>
          <a:xfrm flipH="1">
            <a:off x="4067945" y="2959122"/>
            <a:ext cx="1100215" cy="14496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18 CuadroTexto"/>
          <p:cNvSpPr txBox="1"/>
          <p:nvPr/>
        </p:nvSpPr>
        <p:spPr>
          <a:xfrm>
            <a:off x="5168160" y="3243120"/>
            <a:ext cx="27965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Repetir la nueva contraseña</a:t>
            </a:r>
          </a:p>
        </p:txBody>
      </p:sp>
      <p:cxnSp>
        <p:nvCxnSpPr>
          <p:cNvPr id="20" name="19 Conector recto de flecha"/>
          <p:cNvCxnSpPr/>
          <p:nvPr/>
        </p:nvCxnSpPr>
        <p:spPr>
          <a:xfrm flipH="1" flipV="1">
            <a:off x="4623883" y="3295395"/>
            <a:ext cx="595094" cy="13360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032878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23</Words>
  <Application>Microsoft Office PowerPoint</Application>
  <PresentationFormat>Presentación en pantalla (4:3)</PresentationFormat>
  <Paragraphs>6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4" baseType="lpstr">
      <vt:lpstr>Arial</vt:lpstr>
      <vt:lpstr>Calibri</vt:lpstr>
      <vt:lpstr>Tema de Office</vt:lpstr>
      <vt:lpstr>Presentación de PowerPoint</vt:lpstr>
    </vt:vector>
  </TitlesOfParts>
  <Company>ULL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Carlos</dc:creator>
  <cp:lastModifiedBy>Carlos Javier Pérez González</cp:lastModifiedBy>
  <cp:revision>5</cp:revision>
  <dcterms:created xsi:type="dcterms:W3CDTF">2020-07-23T13:50:07Z</dcterms:created>
  <dcterms:modified xsi:type="dcterms:W3CDTF">2026-07-30T17:03:23Z</dcterms:modified>
</cp:coreProperties>
</file>